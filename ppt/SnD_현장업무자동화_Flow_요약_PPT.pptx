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2B4"/>
          </a:solidFill>
          <a:ln w="12700">
            <a:solidFill>
              <a:srgbClr val="0E6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70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2B4"/>
                </a:solidFill>
              </a:rPr>
              <a:t>(주)에스엔디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B2E63"/>
                </a:solidFill>
              </a:rPr>
              <a:t>현장업무 자동화 통합 Flow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21792" y="2514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MES · AI 분석 · 통합 Dashboard · Data Room 기반 현장개선 요약계획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86791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핵심 메시지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206240"/>
            <a:ext cx="51572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관리팀의 생산실적·KPI 자동화, 생산팀의 MCT·Router 공정분석, 품질팀의 검사·불량 분석을 하나의 MES/통합 DB와 Dashboard로 연결하여 현장 개선과 의사결정을 빠르게 지원한다.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37960" y="1143000"/>
            <a:ext cx="4800600" cy="4251960"/>
          </a:xfrm>
          <a:prstGeom prst="roundRect">
            <a:avLst>
              <a:gd name="adj" fmla="val 2581"/>
            </a:avLst>
          </a:prstGeom>
          <a:solidFill>
            <a:srgbClr val="F7FB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5087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63"/>
                </a:solidFill>
              </a:rPr>
              <a:t>10단계 통합 Flow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49440" y="2057400"/>
            <a:ext cx="3931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고객 주문 → 관리팀 → 생산팀 → MES/DB → 품질팀 → Data Room → AI 분석 → Dashboard → 현장개선 → PBL·S-OJT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3730752"/>
            <a:ext cx="3931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핵심: 현장 데이터가 자동으로 쌓이고, AI가 분석하며, Dashboard가 의사결정을 지원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S&amp;D 현장업무 자동화 통합 Flow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업무 흐름 요약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67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고객 주문부터 PBL·S-OJT 개선활동까지 연결되는 10단계 Flow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pic>
        <p:nvPicPr>
          <p:cNvPr id="5" name="Image 0" descr="/mnt/data/에스엔디_현장업무_자동화_통합_플로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117" y="1143000"/>
            <a:ext cx="9017286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S&amp;D 현장업무 자동화 통합 Flow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부서별 핵심 과업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67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관리·생산·품질 부서의 현장 데이터를 AI 적용 과업으로 전환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EAF3FF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990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관리팀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737360"/>
            <a:ext cx="3236976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생산계획·납기·KPI·작업지시 등록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생산실적 취합과 경영보고 자동화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납기위험 및 KPI 변동요인 요약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7FBFF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3990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생산팀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07992" y="1737360"/>
            <a:ext cx="3236976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자재입고 → 가공(MCT·Router) → 성형 → 사상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작업시간·생산량·공정상태 데이터 축적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병목공정·설비이상·생산성 저하요인 분석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1FBF4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990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품질팀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57032" y="1737360"/>
            <a:ext cx="3236976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CMM 검사 → FAI → 불량/재검 → 품질승인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검사결과·품질이력·불량유형 관리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반복불량 원인분석 및 재발방지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779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공통 방향: 수작업·경험 중심 업무 → MES·AI·Dashboard 기반 현장업무 자동화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S&amp;D 현장업무 자동화 통합 Flow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To-Be 시스템 구조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67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데이터가 자동으로 축적되고, AI가 분석하며, Dashboard가 보여주는 구조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E62B4"/>
          </a:solidFill>
          <a:ln w="12700">
            <a:solidFill>
              <a:srgbClr val="0E62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0817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132588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3990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63"/>
                </a:solidFill>
              </a:rPr>
              <a:t>입력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97480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작업지시 · 생산실적 · 검사결과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E62B4"/>
          </a:solidFill>
          <a:ln w="12700">
            <a:solidFill>
              <a:srgbClr val="0E62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3113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14884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2221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63"/>
                </a:solidFill>
              </a:rPr>
              <a:t>축적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97480" y="2231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MES / 통합 DB · 작업번호 기반 저장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E62B4"/>
          </a:solidFill>
          <a:ln w="12700">
            <a:solidFill>
              <a:srgbClr val="0E62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297180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5F0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0449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63"/>
                </a:solidFill>
              </a:rPr>
              <a:t>분석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7480" y="30540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AI 병목·설비·불량·납기위험 분석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E62B4"/>
          </a:solidFill>
          <a:ln w="12700">
            <a:solidFill>
              <a:srgbClr val="0E62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7705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379476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1FBF4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867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63"/>
                </a:solidFill>
              </a:rPr>
              <a:t>활용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97480" y="3877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통합 Dashboard · Data Room · 보고 자동화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02920" y="46177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E62B4"/>
          </a:solidFill>
          <a:ln w="12700">
            <a:solidFill>
              <a:srgbClr val="0E62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0001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461772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4690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63"/>
                </a:solidFill>
              </a:rPr>
              <a:t>개선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697480" y="4700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</a:rPr>
              <a:t>의사결정 · 현장개선 · 표준화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376672" y="1581912"/>
            <a:ext cx="1024128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0" y="1078992"/>
            <a:ext cx="47091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63"/>
                </a:solidFill>
              </a:rPr>
              <a:t>핵심 연결 데이터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720840" y="1874520"/>
            <a:ext cx="3931920" cy="393192"/>
          </a:xfrm>
          <a:prstGeom prst="roundRect">
            <a:avLst>
              <a:gd name="adj" fmla="val 18605"/>
            </a:avLst>
          </a:prstGeom>
          <a:solidFill>
            <a:srgbClr val="EAF3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197510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63"/>
                </a:solidFill>
              </a:rPr>
              <a:t>작업번호 / 품목 / 공정 / 설비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2487168"/>
            <a:ext cx="3931920" cy="393192"/>
          </a:xfrm>
          <a:prstGeom prst="roundRect">
            <a:avLst>
              <a:gd name="adj" fmla="val 18605"/>
            </a:avLst>
          </a:prstGeom>
          <a:solidFill>
            <a:srgbClr val="EAF3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258775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63"/>
                </a:solidFill>
              </a:rPr>
              <a:t>생산수량 / 작업시간 / 납기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099816"/>
            <a:ext cx="3931920" cy="393192"/>
          </a:xfrm>
          <a:prstGeom prst="roundRect">
            <a:avLst>
              <a:gd name="adj" fmla="val 18605"/>
            </a:avLst>
          </a:prstGeom>
          <a:solidFill>
            <a:srgbClr val="DFF5E7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93992" y="320040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63"/>
                </a:solidFill>
              </a:rPr>
              <a:t>검사결과 / 불량유형 / FAI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3712464"/>
            <a:ext cx="3931920" cy="393192"/>
          </a:xfrm>
          <a:prstGeom prst="roundRect">
            <a:avLst>
              <a:gd name="adj" fmla="val 18605"/>
            </a:avLst>
          </a:prstGeom>
          <a:solidFill>
            <a:srgbClr val="DFF5E7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3813048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63"/>
                </a:solidFill>
              </a:rPr>
              <a:t>도면 / 사진 / 검사성적서 / 품질이력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4526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모든 자료를 작업번호와 품목 기준으로 연결하여 추적성과 검색성을 확보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86968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S&amp;D 현장업무 자동화 통합 Flow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 및 현장개선 시나리오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67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실무자가 현장 데이터를 사용해 직접 개선과제를 수행하는 방식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075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1. 데이터 수집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45920"/>
            <a:ext cx="3191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MES 실적, 가공시간, 설비이력, 검사결과, 불량이력, 납기자료를 작업번호 기준으로 정리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1430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FE7FF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3075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2. AI 분석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07992" y="1645920"/>
            <a:ext cx="3191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병목공정, 설비 이상, 불량 원인, 납기 위험, KPI 변동요인을 AI로 요약·분석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1430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DFF5E7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0759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3. 개선안 도출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57032" y="1645920"/>
            <a:ext cx="3191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작업순서 조정, 예방보전, 재발방지, 생산계획 조정, 보고 자동화 방안 도출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0" y="1618488"/>
            <a:ext cx="201168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1618488"/>
            <a:ext cx="201168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274320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E63"/>
                </a:solidFill>
              </a:rPr>
              <a:t>PBL · S-OJT 실행 흐름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2B4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950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63"/>
                </a:solidFill>
              </a:rPr>
              <a:t>현장과제 선정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23160" y="3977640"/>
            <a:ext cx="393192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99232" y="34290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2B4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82112" y="3950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63"/>
                </a:solidFill>
              </a:rPr>
              <a:t>AI 분석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90872" y="3977640"/>
            <a:ext cx="393192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66944" y="34290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2B4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9824" y="3950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63"/>
                </a:solidFill>
              </a:rPr>
              <a:t>개선안 적용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58584" y="3977640"/>
            <a:ext cx="393192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34656" y="34290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2B4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17536" y="3950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63"/>
                </a:solidFill>
              </a:rPr>
              <a:t>성과측정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26296" y="3977640"/>
            <a:ext cx="393192" cy="0"/>
          </a:xfrm>
          <a:prstGeom prst="line">
            <a:avLst/>
          </a:prstGeom>
          <a:noFill/>
          <a:ln w="19050">
            <a:solidFill>
              <a:srgbClr val="0E62B4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802368" y="34290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2B4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85248" y="3950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63"/>
                </a:solidFill>
              </a:rPr>
              <a:t>표준화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결과물: 공정개선 보고서, 품질개선 보고서, Dashboard 화면, 표준업무 절차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S&amp;D 현장업무 자동화 통합 Flow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기대효과 및 추진 우선순위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67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단기 PoC로 체감효과를 확인하고, 이후 전사 확산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EAF3FF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정량 성과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319125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생산실적 취합·보고시간 20~30% 단축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생산·품질 데이터 분석시간 30% 이상 절감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공정·품질 문제 대응시간 20% 이상 단축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DFF5E7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3990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정성 성과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1737360"/>
            <a:ext cx="319125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반복 수작업 감소와 업무 표준화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품질 데이터 기반 불량 예방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부서 간 협업 및 의사결정 속도 향상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75320" y="123444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FFEED6"/>
          </a:solidFill>
          <a:ln w="12700">
            <a:solidFill>
              <a:srgbClr val="D6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39903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63"/>
                </a:solidFill>
              </a:rPr>
              <a:t>우선 추진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39912" y="1737360"/>
            <a:ext cx="273405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1단계: 생산실적·KPI 자동화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2단계: MCT·Router 공정분석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3단계: 검사·불량 분석 및 Data Room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4단계: 통합 Dashboard + AI 보고 자동화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10744200" cy="1051560"/>
          </a:xfrm>
          <a:prstGeom prst="roundRect">
            <a:avLst>
              <a:gd name="adj" fmla="val 13043"/>
            </a:avLst>
          </a:prstGeom>
          <a:solidFill>
            <a:srgbClr val="0B2E63"/>
          </a:solidFill>
          <a:ln w="12700">
            <a:solidFill>
              <a:srgbClr val="0B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최종 제안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0" y="43159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생산실적 자동집계 + 가공공정 생산성 분석 + 품질·불량 분석 + 통합 Dashboard를 초기 PoC로 구축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46451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FF"/>
                </a:solidFill>
              </a:rPr>
              <a:t>이후 데이터 축적 수준에 따라 설비 예방보전, 불량예측, 생산계획 최적화로 확대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S&amp;D 현장업무 자동화 통합 Flow  | 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S&amp;D 현장업무 자동화 통합 Flow 요약 PPT</dc:title>
  <dc:subject>S&amp;D 현장업무 자동화 통합 Flow 요약</dc:subject>
  <dc:creator>OpenAI</dc:creator>
  <cp:lastModifiedBy>OpenAI</cp:lastModifiedBy>
  <cp:revision>1</cp:revision>
  <dcterms:created xsi:type="dcterms:W3CDTF">2026-08-24T11:10:31Z</dcterms:created>
  <dcterms:modified xsi:type="dcterms:W3CDTF">2026-08-24T11:10:31Z</dcterms:modified>
</cp:coreProperties>
</file>